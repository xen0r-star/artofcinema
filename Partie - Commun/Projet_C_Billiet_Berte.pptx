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E34974-762B-48BC-A3CA-407534DD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B7A4D5-5FA0-2F46-E895-3F38D6B9A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C1B4BA-E050-D50E-523A-AB219540F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C41748-75DF-E49B-9442-C206ACA4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D65947-D294-0089-F2B8-203F4CFA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87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3E023-E3E4-F807-5CD1-8D85A48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A2C4C7-F234-A322-8993-6C8483B9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7B92E7-5346-F402-2D63-4937A5E5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C8F4B0-3882-23ED-E5C8-33360AE6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FF3BB4-0661-1B9C-45DE-3BA36919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973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8B2CE7-20F4-0D41-C231-4A1FFF1E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B62072-AE76-4B7C-7C0A-545EDC0BF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40DC54-22F4-1220-80AA-35F00685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B1E1A6-2748-EEB0-7142-689EE604A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37E2E0-A578-92A6-BDA2-2FAC34D2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070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903B52-0837-5A55-F1B1-E2C99ADD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27699-8B18-0585-0A70-15E4677D7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63C625-D5D3-C571-479D-6920D36F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A77615-0A0A-1329-0664-B4D2B090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0DC6B-3717-DA47-F7F2-8D1BB238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EE746F-B3FB-0757-50AF-4EF6231C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015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FD0B0-D636-47FF-65EA-F381F35D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02532C-BFC8-A813-AAC3-CED9ADD3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749B03-7159-1D7A-39A5-26903FAD4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D7E888-58AB-A597-4188-C782E1A9B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FC11B2C-EF85-F54F-B513-D3F370E13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D300D1B-40E4-CAAE-7ACB-A5C96349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01894DF-3E5D-2DE1-A8A6-CE69556E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D35CA4D-106E-C737-8C59-79E0851B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91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5E682-21D0-60E0-BEDB-A5D06DDF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0FF81D6-5609-3D0B-8B55-425A4697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2221EC3-5D3B-EFF1-7EB6-6017470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0A5392-F291-4184-22D2-E9C0C82B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71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8640D8-84B6-808A-FEE1-0AFE5245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6F30F0-39C8-59EC-0129-C8564AEF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F7AA17-1149-383B-5B0A-149C1AA8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88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D70F03-204F-B927-D4C8-D61B6338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97A04-64B6-73FA-6585-2DEDC8CC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9C4D4D8-9BD8-994D-80EB-5B5FACCCE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31203C-918A-0971-31D4-CC1F752F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1DD020-8C78-2C4F-65C2-D0015C0E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B296E9-5EF2-B505-94CA-B9042ED0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78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02B01D-BBC1-2AED-DB4F-A4F07BAF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2EF43A-654A-0A1A-5B90-8D3EFFE84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75A0ECB-2125-5298-18C1-685674734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449786-68D8-B86D-4FEE-5DADEDB7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6A61F8-8067-B78A-44E8-46E08081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21BBE5-207B-0481-C3C1-39663E06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28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D2FFB-5313-2421-FD0D-49ED9D39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00BC62-6EAE-005D-8F8F-1EEED0EB2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818276-F3AF-5D05-206F-6A62B2E1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FCEF27-9C86-638C-8552-E6E54892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7D7CA1-89F8-5CFA-B3DD-EA3404A4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39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68B91AA-83A2-CE22-B4F8-ADF10E3A6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FB8793-7F5B-5447-BFA2-C5ED577DF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E1B9E0-470B-0C44-216B-2E5C11B8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A8FA04-1C28-8ADC-D0D0-EE637D16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7ED0A3-E4F6-038E-AA72-4F819B5A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09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63F3D4-3DE3-92D9-1494-C0C4A17F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000B4F-819F-3CC7-23E1-DA72D5680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86F0EC-9ECF-5894-F6B0-227490C7F4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9357C-369B-4ED5-B86C-5D01FA145E4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279D29-FEB7-D9CC-0DE0-8580F8212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18CAEB-351E-FC09-B46D-3A88D18DF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C94DB-FD3D-461A-8C14-6B73AA5AAE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344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0440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BILLIET la249173</dc:creator>
  <cp:lastModifiedBy>Tom BILLIET la249173</cp:lastModifiedBy>
  <cp:revision>1</cp:revision>
  <dcterms:created xsi:type="dcterms:W3CDTF">2025-11-20T08:33:35Z</dcterms:created>
  <dcterms:modified xsi:type="dcterms:W3CDTF">2025-11-20T08:34:39Z</dcterms:modified>
</cp:coreProperties>
</file>